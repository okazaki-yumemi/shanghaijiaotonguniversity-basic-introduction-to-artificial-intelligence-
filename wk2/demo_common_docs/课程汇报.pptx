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课程汇报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实验进度与课堂安排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完成实验二环境检查</a:t>
            </a:r>
          </a:p>
          <a:p>
            <a:r>
              <a:t>整理实验报告并导出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