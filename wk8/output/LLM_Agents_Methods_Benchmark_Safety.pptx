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822960"/>
            <a:ext cx="4937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大语言模型智能体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8CD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方法、评测与安全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12648" y="201168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8CDB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论文检索日期：2026-05-21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3657600" cy="1234440"/>
          </a:xfrm>
          <a:prstGeom prst="rect">
            <a:avLst/>
          </a:prstGeom>
          <a:solidFill>
            <a:srgbClr val="9C3D2B"/>
          </a:solidFill>
          <a:ln w="12700">
            <a:solidFill>
              <a:srgbClr val="9C3D2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70048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作业流程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技能发现与配置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论文检索与结构化总结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8E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生成配图与最终 PPT</a:t>
            </a:r>
            <a:endParaRPr lang="en-US" sz="1200" dirty="0"/>
          </a:p>
        </p:txBody>
      </p:sp>
      <p:pic>
        <p:nvPicPr>
          <p:cNvPr id="7" name="Image 0" descr="G:\学业\2025大一下\人工智能基础\wk8\output\llm_agents_tripty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777240"/>
            <a:ext cx="3703320" cy="3611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92040" y="452628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B2A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关键词：LLM Agents / Benchmark / Computer Use / Security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C2723"/>
          </a:solidFill>
          <a:ln w="12700">
            <a:solidFill>
              <a:srgbClr val="2C2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流程与技能使用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95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D0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用本地 skill 目录完成检索、总结和产出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920240" cy="2697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82296" cy="269748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6362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/find-skills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92808"/>
            <a:ext cx="160934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 .trae/skills 与补充 skills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确认 academic-researcher、docx、pptx 可直接复用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为后续流程选取最短可执行路径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920240" cy="2697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417320"/>
            <a:ext cx="82296" cy="2697480"/>
          </a:xfrm>
          <a:prstGeom prst="rect">
            <a:avLst/>
          </a:prstGeom>
          <a:solidFill>
            <a:srgbClr val="C07A3A"/>
          </a:solidFill>
          <a:ln w="12700">
            <a:solidFill>
              <a:srgbClr val="C07A3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56362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/academic-researcher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1892808"/>
            <a:ext cx="160934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按研究问题、方法、发现、局限整理文献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选出 1 篇综述 + 1 篇评测 + 1 篇安全论文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形成统一比较框架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1920240" cy="2697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417320"/>
            <a:ext cx="82296" cy="2697480"/>
          </a:xfrm>
          <a:prstGeom prst="rect">
            <a:avLst/>
          </a:prstGeom>
          <a:solidFill>
            <a:srgbClr val="6D8B74"/>
          </a:solidFill>
          <a:ln w="12700">
            <a:solidFill>
              <a:srgbClr val="6D8B7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6362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/docx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892808"/>
            <a:ext cx="160934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生成结构化文献综述文档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保存中间产物，便于展示完整流程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沉淀引用与结论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828800" cy="2697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1417320"/>
            <a:ext cx="82296" cy="2697480"/>
          </a:xfrm>
          <a:prstGeom prst="rect">
            <a:avLst/>
          </a:prstGeom>
          <a:solidFill>
            <a:srgbClr val="9C3D2B"/>
          </a:solidFill>
          <a:ln w="12700">
            <a:solidFill>
              <a:srgbClr val="9C3D2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563624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/pptx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1892808"/>
            <a:ext cx="151790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生成最终汇报演示文稿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把检索结果压缩成可展示结构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嵌入三面板配图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709160"/>
            <a:ext cx="7955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6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检索策略：优先使用论文原始页面；主题聚焦于 LLM 智能体的方法、评测与安全。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C2723"/>
          </a:solidFill>
          <a:ln w="12700">
            <a:solidFill>
              <a:srgbClr val="2C2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 1：综述框架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95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D0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Wang et al., published 2024-03-22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703320" cy="2697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82296" cy="269748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63624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核心内容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339242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系统综述 LLM-based autonomous agents 的统一框架、应用与评测。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强调智能体不是单一模型，而是多模块协同系统。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指出真实评测、鲁棒性、安全性和效率是关键挑战。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657600" cy="269748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417320"/>
            <a:ext cx="82296" cy="2697480"/>
          </a:xfrm>
          <a:prstGeom prst="rect">
            <a:avLst/>
          </a:prstGeom>
          <a:solidFill>
            <a:srgbClr val="C07A3A"/>
          </a:solidFill>
          <a:ln w="12700">
            <a:solidFill>
              <a:srgbClr val="C07A3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6362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为什么重要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1892808"/>
            <a:ext cx="3346704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为后续论文提供统一分析坐标。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帮助把“能力提升”拆解到感知、记忆、规划、行动等层面。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适合作为本次选题的理论底座。</a:t>
            </a:r>
            <a:endParaRPr lang="en-US" sz="1150" dirty="0"/>
          </a:p>
        </p:txBody>
      </p:sp>
      <p:pic>
        <p:nvPicPr>
          <p:cNvPr id="13" name="Image 0" descr="G:\学业\2025大一下\人工智能基础\wk8\output\llm_agents_tripty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749040"/>
            <a:ext cx="3611880" cy="10058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4709160"/>
            <a:ext cx="7955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6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arXiv:2308.11432 / DOI 10.1007/s11704-024-40231-1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C2723"/>
          </a:solidFill>
          <a:ln w="12700">
            <a:solidFill>
              <a:srgbClr val="2C2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 2：真实环境评测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95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D0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OSWorld, submitted 2024-04-11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926080" cy="292608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82296" cy="2926080"/>
          </a:xfrm>
          <a:prstGeom prst="rect">
            <a:avLst/>
          </a:prstGeom>
          <a:solidFill>
            <a:srgbClr val="6D8B74"/>
          </a:solidFill>
          <a:ln w="12700">
            <a:solidFill>
              <a:srgbClr val="6D8B7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6362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研究设计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615184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构建真实计算机环境，覆盖 Ubuntu、Windows、macOS。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 369 个任务，涵盖 web、desktop、file I/O 与跨应用 workflow。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采用执行式评测，而不是只看文本答案。</a:t>
            </a:r>
            <a:endParaRPr lang="en-US" sz="1150" dirty="0"/>
          </a:p>
        </p:txBody>
      </p:sp>
      <p:pic>
        <p:nvPicPr>
          <p:cNvPr id="9" name="Image 0" descr="G:\学业\2025大一下\人工智能基础\wk8\output\llm_agents_tripty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417320"/>
            <a:ext cx="4663440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26280"/>
            <a:ext cx="7680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57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最重要的结论：真实世界里的“会用电脑”比 benchmark 上的“会答题”难得多。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" y="4709160"/>
            <a:ext cx="7955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6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arXiv:2404.07972; humans &gt;72.36%, best model 12.24% on 369 tasks.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C2723"/>
          </a:solidFill>
          <a:ln w="12700">
            <a:solidFill>
              <a:srgbClr val="2C2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论文 3：安全风险外部性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95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D0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Zero-Day paper, submitted 2024-06-02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743200" cy="288036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82296" cy="2880360"/>
          </a:xfrm>
          <a:prstGeom prst="rect">
            <a:avLst/>
          </a:prstGeom>
          <a:solidFill>
            <a:srgbClr val="9C3D2B"/>
          </a:solidFill>
          <a:ln w="12700">
            <a:solidFill>
              <a:srgbClr val="9C3D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63624"/>
            <a:ext cx="2468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432304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提出 HPTSA，多代理系统由规划代理协调子代理。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目标是解决单代理在并行探索与长程规划上的短板。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14 个真实漏洞上做对比实验。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417320"/>
            <a:ext cx="1920240" cy="288036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417320"/>
            <a:ext cx="82296" cy="2880360"/>
          </a:xfrm>
          <a:prstGeom prst="rect">
            <a:avLst/>
          </a:prstGeom>
          <a:solidFill>
            <a:srgbClr val="C07A3A"/>
          </a:solidFill>
          <a:ln w="12700">
            <a:solidFill>
              <a:srgbClr val="C07A3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56362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49040" y="1892808"/>
            <a:ext cx="1609344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 4.3x 提升。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说明多代理协作会显著拉高 exploit 上限。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能力提升与风险上升同步发生。</a:t>
            </a:r>
            <a:endParaRPr lang="en-US" sz="1150" dirty="0"/>
          </a:p>
        </p:txBody>
      </p:sp>
      <p:pic>
        <p:nvPicPr>
          <p:cNvPr id="13" name="Image 0" descr="G:\学业\2025大一下\人工智能基础\wk8\output\llm_agents_tripty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17320"/>
            <a:ext cx="2788920" cy="3154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94360" y="4709160"/>
            <a:ext cx="7955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6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Source: arXiv:2406.01637; benchmark of 14 real-world vulnerabilities.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C2723"/>
          </a:solidFill>
          <a:ln w="12700">
            <a:solidFill>
              <a:srgbClr val="2C2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6F1E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综合对比与未来方向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79552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D0C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把三篇论文放到同一框架中理解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2514600" cy="2834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82296" cy="2834640"/>
          </a:xfrm>
          <a:prstGeom prst="rect">
            <a:avLst/>
          </a:prstGeom>
          <a:solidFill>
            <a:srgbClr val="1F4E5F"/>
          </a:solidFill>
          <a:ln w="12700">
            <a:solidFill>
              <a:srgbClr val="1F4E5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6362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892808"/>
            <a:ext cx="2203704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从单模型回答，走向多模块、多工具、多代理系统。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规划与记忆已成为核心增益点。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系统工程能力比纯文本生成更重要。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514600" cy="2834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417320"/>
            <a:ext cx="82296" cy="2834640"/>
          </a:xfrm>
          <a:prstGeom prst="rect">
            <a:avLst/>
          </a:prstGeom>
          <a:solidFill>
            <a:srgbClr val="6D8B74"/>
          </a:solidFill>
          <a:ln w="12700">
            <a:solidFill>
              <a:srgbClr val="6D8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56362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892808"/>
            <a:ext cx="2203704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从静态任务走向真实操作系统与长链条任务。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未来基准需要更强的可复现性与更真实的任务分布。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“能用”比“能答”更难。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514600" cy="2834640"/>
          </a:xfrm>
          <a:prstGeom prst="rect">
            <a:avLst/>
          </a:prstGeom>
          <a:solidFill>
            <a:srgbClr val="FFFDF8"/>
          </a:solidFill>
          <a:ln w="12700">
            <a:solidFill>
              <a:srgbClr val="D8CD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417320"/>
            <a:ext cx="82296" cy="2834640"/>
          </a:xfrm>
          <a:prstGeom prst="rect">
            <a:avLst/>
          </a:prstGeom>
          <a:solidFill>
            <a:srgbClr val="9C3D2B"/>
          </a:solidFill>
          <a:ln w="12700">
            <a:solidFill>
              <a:srgbClr val="9C3D2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6362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治理层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1892808"/>
            <a:ext cx="2203704" cy="2240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能力提升必然带来更高的误用与攻击风险。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安全评估应成为 agent benchmark 的常规模块。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C373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研究者需要能力与治理并行推进。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4526280"/>
            <a:ext cx="7818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7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一句话结论：下一阶段的关键不是“更大的模型”，而是“更可靠的执行 + 更真实的评测 + 更严格的安全边界”。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892040"/>
            <a:ext cx="7955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D655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Synthesis date: 2026-05-21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1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参考文献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772400" cy="3337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DC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Lei Wang, Chen Ma, Xueyang Feng, et al.. A Survey on Large Language Model based Autonomous Agents. Frontiers of Computer Science / arXiv. https://arxiv.org/abs/2308.11432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DC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Tianbao Xie, Danyang Zhang, Jixuan Chen, et al.. OSWorld: Benchmarking Multimodal Agents for Open-Ended Tasks in Real Computer Environments. arXiv / NeurIPS 2024 Datasets and Benchmarks Track. https://arxiv.org/abs/2404.07972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DCC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Yuxuan Zhu, Antony Kellermann, Akul Gupta, et al.. Teams of LLM Agents can Exploit Zero-Day Vulnerabilities. arXiv. https://arxiv.org/abs/2406.01637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4572000"/>
            <a:ext cx="4937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BE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提交文件：PPTX + 图像文件 + 文献总结 DOCX/MD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2050</Words>
  <Application>WPS 演示</Application>
  <PresentationFormat>On-screen Show (16:9)</PresentationFormat>
  <Paragraphs>129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Course Assignment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大语言模型智能体：方法、评测与安全</dc:title>
  <dc:creator>OpenAI Codex</dc:creator>
  <dc:subject>大语言模型智能体：方法、评测与安全</dc:subject>
  <cp:lastModifiedBy>YMGFC_CN</cp:lastModifiedBy>
  <cp:revision>2</cp:revision>
  <dcterms:created xsi:type="dcterms:W3CDTF">2026-05-21T07:27:00Z</dcterms:created>
  <dcterms:modified xsi:type="dcterms:W3CDTF">2026-05-21T07:29:29Z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B70F01C32B20411FAA8DC1C509DCEBE6_12</vt:lpwstr>
  </property>
  <property fmtid="{D5CDD505-2E9C-101B-9397-08002B2CF9AE}" pid="3" name="KSOProductBuildVer">
    <vt:lpwstr>2052-12.1.0.20305</vt:lpwstr>
  </property>
</Properties>
</file>